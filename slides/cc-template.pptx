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60628"/>
    <a:srgbClr val="0B0B45"/>
    <a:srgbClr val="FF10F0"/>
    <a:srgbClr val="39FF1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75" d="100"/>
          <a:sy n="75" d="100"/>
        </p:scale>
        <p:origin x="67" y="34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70395D-2004-7562-C557-CB155173F3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7CEDCFB-BFF9-9A06-84E3-7E57714EDF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1B41E-5B26-74E1-9CA6-F65DADCF24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471C3F-2F31-4611-9E5A-087EB8669619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098B80-934D-E537-B347-C18E46740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F1241F-13DB-6C15-08AD-A24A77CA35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6DE4D-BC40-4B29-BCCE-C3D7515AD5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73607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750751-9C0A-A1D8-17C5-26F96481DD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8BFF66-BEA7-4471-D20A-DDCAE1F0DC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6CC0ED-A33D-FFDB-4163-186DA140CC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471C3F-2F31-4611-9E5A-087EB8669619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CBE2E0-CB38-C21D-9C40-CB0EA54633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FF0ED1-38B6-1122-760C-A1555F4B24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6DE4D-BC40-4B29-BCCE-C3D7515AD5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50249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A878F0-97CD-113B-DCD1-F0A5306917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1136B9-6D8E-6D82-1BAA-3EFB050900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72485E-E346-F78F-1208-63FBCCC687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471C3F-2F31-4611-9E5A-087EB8669619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CCC18E-D8A6-28B3-834E-E610606AF2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10F3E2-BE5E-60D3-B43C-B7B0C1C755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6DE4D-BC40-4B29-BCCE-C3D7515AD5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60224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E416B8-A4D4-5764-17C4-E8271A97E1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7595A4-DDD9-D708-A508-0C0F785691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A96CE3-9D6F-48A2-D341-F6E9142114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19867D-CEE5-FBF8-C0F2-CB102291ED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471C3F-2F31-4611-9E5A-087EB8669619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1A1394-3BF1-3921-14DF-2713754FD2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6B0C59-9145-B258-1E10-AB3DEA41FC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6DE4D-BC40-4B29-BCCE-C3D7515AD5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1452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11C9CA-E89D-43C5-FB06-CB46DE47E4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74F391-4376-23BB-CC47-EA6DB4E3D1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656D516-F889-D90A-8903-98D9B161D7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0FBEDBF-58F5-D79F-9A51-F5289C562B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65BB19F-5AAE-751A-8070-C05CF20B8A9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EBC9C15-1363-CDC8-D1F0-0D0D7B8C1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471C3F-2F31-4611-9E5A-087EB8669619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64BE0FB-23E7-D894-CBCB-AC16BA6DF5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D6B7410-623F-E8EF-6885-BA09F9E24B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6DE4D-BC40-4B29-BCCE-C3D7515AD5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78830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6158DB-31EB-857D-3B7F-CFF5037291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4CC208-821F-1DB8-8E3B-70A772CE40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471C3F-2F31-4611-9E5A-087EB8669619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E84236-B3D6-2953-B0A7-1BD295DD41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87A73B-C3E1-0F17-8C4F-F594F429C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6DE4D-BC40-4B29-BCCE-C3D7515AD5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6811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6FEC6B1-B022-6D05-1D7F-DEEBE078C3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471C3F-2F31-4611-9E5A-087EB8669619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D6A10C7-A934-29B4-EEF3-B7152F3067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D76F1C-1D05-1026-B1C8-4221CC7683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6DE4D-BC40-4B29-BCCE-C3D7515AD5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33626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789DDD-B689-0D6E-FEE5-E88AF0115C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F0C7DA-6A4F-FB11-E5B6-B2DBAAA39B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F530D2-D9C0-D3BC-3E4B-6B92789718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699273-7E3E-9065-63E7-6432703BF8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471C3F-2F31-4611-9E5A-087EB8669619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B18AA4-B494-758C-5AA0-6B29D503D8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984B38-39CE-88A0-A1DC-88978936BE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6DE4D-BC40-4B29-BCCE-C3D7515AD5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89931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624BA7-FB10-8F38-EC38-1F93598C34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24511BD-E27B-9395-0A72-6E02B6692095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7529292-A20C-8D1D-1246-47032A23E0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B058DC-1D05-D42A-6137-712B0AD5C6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471C3F-2F31-4611-9E5A-087EB8669619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7CD6BA-E979-63FD-A1D5-F6A0BB0B93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C3DD77-2290-F846-1755-90CCF4D8E1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6DE4D-BC40-4B29-BCCE-C3D7515AD5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37434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127A0E-8EB0-1295-6789-0215CEA4F6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7D2ABEF-78B3-2065-22B3-29E4B4E012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3E5F41-F50F-34EF-BF5D-00A3AA48B3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471C3F-2F31-4611-9E5A-087EB8669619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6097F7-26DF-A5A3-87A9-B30910F116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316815-6FBC-D15D-7C03-4A822AC6F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6DE4D-BC40-4B29-BCCE-C3D7515AD5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16070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0942C95-11A4-4FDA-110F-33F97428884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203842-651E-8B5E-9BF9-9D59DF31E7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9FD3D5-85B3-21BE-25C4-38117FA8BA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471C3F-2F31-4611-9E5A-087EB8669619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F272E3-8411-5480-909D-56EE279595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F8B24D-AAAB-8245-CA7D-3A09499124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6DE4D-BC40-4B29-BCCE-C3D7515AD5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15755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57E77F2-4600-3063-E567-DD7444159C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51E7A8-3B2E-6CC5-389C-23645B2DBC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020F15-8358-5CE0-BC4E-5E147087AD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6471C3F-2F31-4611-9E5A-087EB8669619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6E9F6E-D3F0-DE4A-5A8A-E61E6EFC6E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49CDE6-7158-4ED4-2636-1C43AAF628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2E6DE4D-BC40-4B29-BCCE-C3D7515AD5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046995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https://raw.githubusercontent.com/ufosc/Open-Source-Workshop/refs/heads/main/seating_chart.png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E0A8B3-285C-C852-3F88-4797AD2C09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4792133" cy="936096"/>
          </a:xfrm>
        </p:spPr>
        <p:txBody>
          <a:bodyPr/>
          <a:lstStyle/>
          <a:p>
            <a:r>
              <a:rPr lang="en-US" dirty="0">
                <a:solidFill>
                  <a:srgbClr val="39FF14"/>
                </a:solidFill>
                <a:ea typeface="Roboto" panose="020F0502020204030204" pitchFamily="2" charset="0"/>
                <a:cs typeface="Roboto" panose="020F0502020204030204" pitchFamily="2" charset="0"/>
              </a:rPr>
              <a:t>Casual Coding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5B851F8-A161-0ED7-55B7-4C8A0426E8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0166" y="936096"/>
            <a:ext cx="2971800" cy="1090348"/>
          </a:xfrm>
        </p:spPr>
        <p:txBody>
          <a:bodyPr/>
          <a:lstStyle/>
          <a:p>
            <a:r>
              <a:rPr lang="en-US" dirty="0">
                <a:solidFill>
                  <a:srgbClr val="FF10F0"/>
                </a:solidFill>
              </a:rPr>
              <a:t>Come to the front and talk to an officer to get started!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E15D70A-A260-156E-E7EC-9ED52011E9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3938" y="0"/>
            <a:ext cx="2248062" cy="227536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59E5422-11BD-ECD4-A7E1-435285947CE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724030"/>
            <a:ext cx="2125133" cy="212513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5F10B29-8B75-E1DD-C230-11C0A0B1DEDF}"/>
              </a:ext>
            </a:extLst>
          </p:cNvPr>
          <p:cNvPicPr>
            <a:picLocks noChangeAspect="1"/>
          </p:cNvPicPr>
          <p:nvPr/>
        </p:nvPicPr>
        <p:blipFill>
          <a:blip r:link="rId4"/>
          <a:stretch>
            <a:fillRect/>
          </a:stretch>
        </p:blipFill>
        <p:spPr>
          <a:xfrm>
            <a:off x="3947160" y="2085975"/>
            <a:ext cx="4297680" cy="2686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20560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15</Words>
  <Application>Microsoft Office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Roboto</vt:lpstr>
      <vt:lpstr>Office Theme</vt:lpstr>
      <vt:lpstr>Casual Coding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Nguyen, Cody T.</dc:creator>
  <cp:lastModifiedBy>Nguyen, Cody T.</cp:lastModifiedBy>
  <cp:revision>2</cp:revision>
  <dcterms:created xsi:type="dcterms:W3CDTF">2026-10-08T22:16:48Z</dcterms:created>
  <dcterms:modified xsi:type="dcterms:W3CDTF">2026-10-20T21:22:41Z</dcterms:modified>
</cp:coreProperties>
</file>